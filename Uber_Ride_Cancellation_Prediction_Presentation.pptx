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Uber Ride Cancellation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algn="l"/>
            <a:r>
              <a:t>📊 Predicting customer ride cancellations using Exploratory Data Analysis and Machine Learning.</a:t>
            </a:r>
            <a:br/>
            <a:br/>
            <a:r>
              <a:t>Author: Shubham Malhotra</a:t>
            </a:r>
            <a:br/>
            <a:r>
              <a:t>Source: Kaggle Uber Ride Analytics Dataset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algn="l"/>
            <a:r>
              <a:t>Build a predictive model to determine whether a customer will cancel a ride before it begins, using booking metadata available at the time of booking.</a:t>
            </a:r>
            <a:br/>
            <a:br/>
            <a:r>
              <a:t>Goal: Help Uber proactively identify high-risk cancellations and optimize driver dispatch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📂 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Contains ride booking information including:</a:t>
            </a:r>
          </a:p>
          <a:p>
            <a:pPr/>
            <a:r>
              <a:t>- Booking details (ID, status, datetime)</a:t>
            </a:r>
          </a:p>
          <a:p>
            <a:pPr/>
            <a:r>
              <a:t>- Customer info</a:t>
            </a:r>
          </a:p>
          <a:p>
            <a:pPr/>
            <a:r>
              <a:t>- Vehicle type</a:t>
            </a:r>
          </a:p>
          <a:p>
            <a:pPr/>
            <a:r>
              <a:t>- Pickup/drop location</a:t>
            </a:r>
          </a:p>
          <a:p>
            <a:pPr/>
            <a:r>
              <a:t>- VTAT, CTAT timings</a:t>
            </a:r>
          </a:p>
          <a:p>
            <a:pPr/>
            <a:r>
              <a:t>- Rating &amp; payment info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⚙️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Python 3.x</a:t>
            </a:r>
          </a:p>
          <a:p>
            <a:pPr/>
            <a:r>
              <a:t>pandas, numpy – Data manipulation</a:t>
            </a:r>
          </a:p>
          <a:p>
            <a:pPr/>
            <a:r>
              <a:t>scikit-learn – Machine learning</a:t>
            </a:r>
          </a:p>
          <a:p>
            <a:pPr/>
            <a:r>
              <a:t>xgboost – Gradient boosting</a:t>
            </a:r>
          </a:p>
          <a:p>
            <a:pPr/>
            <a:r>
              <a:t>matplotlib, seaborn – Visualization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🧹 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✅ Standardized column names</a:t>
            </a:r>
          </a:p>
          <a:p>
            <a:pPr/>
            <a:r>
              <a:t>✅ Handled missing values</a:t>
            </a:r>
          </a:p>
          <a:p>
            <a:pPr/>
            <a:r>
              <a:t>✅ Combined date-time features</a:t>
            </a:r>
          </a:p>
          <a:p>
            <a:pPr/>
            <a:r>
              <a:t>✅ Derived new features (is_weekend, hour, etc.)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- Time-based features (peak hours, weekday/weekend)</a:t>
            </a:r>
          </a:p>
          <a:p>
            <a:pPr/>
            <a:r>
              <a:t>- Location-based encoding</a:t>
            </a:r>
          </a:p>
          <a:p>
            <a:pPr/>
            <a:r>
              <a:t>- Customer booking patterns</a:t>
            </a:r>
          </a:p>
          <a:p>
            <a:pPr/>
            <a:r>
              <a:t>- Categorical encoding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📈 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Key Insights:</a:t>
            </a:r>
          </a:p>
          <a:p>
            <a:pPr/>
            <a:r>
              <a:t>1. High VTAT strongly correlates with cancellations.</a:t>
            </a:r>
          </a:p>
          <a:p>
            <a:pPr/>
            <a:r>
              <a:t>2. Cancellations peak around 23:00 and 15:00.</a:t>
            </a:r>
          </a:p>
          <a:p>
            <a:pPr/>
            <a:r>
              <a:t>3. Specific pickup zones show higher cancellations.</a:t>
            </a:r>
          </a:p>
          <a:p>
            <a:pPr/>
            <a:r>
              <a:t>4. Payment type affects cancellation likelihood.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🤖 Model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Three models evaluated:</a:t>
            </a:r>
          </a:p>
          <a:p>
            <a:pPr/>
            <a:r>
              <a:t>- Logistic Regression</a:t>
            </a:r>
          </a:p>
          <a:p>
            <a:pPr/>
            <a:r>
              <a:t>- Random Forest</a:t>
            </a:r>
          </a:p>
          <a:p>
            <a:pPr/>
            <a:r>
              <a:t>- XGBoost (Best Performing Model)</a:t>
            </a:r>
          </a:p>
          <a:p>
            <a:pPr/>
            <a:r>
              <a:t>Hyperparameter tuning done using GridSearchCV for optimal recall and ROC-AUC.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algn="l"/>
            <a:r>
              <a:t>Model Comparison:</a:t>
            </a:r>
            <a:br/>
            <a:br/>
            <a:r>
              <a:t>Logistic Regression → Recall: 0.50 | ROC-AUC: 0.94</a:t>
            </a:r>
            <a:br/>
            <a:r>
              <a:t>Random Forest → Recall: 0.53 | ROC-AUC: 0.94</a:t>
            </a:r>
            <a:br/>
            <a:r>
              <a:t>XGBoost → Recall: 0.87 | ROC-AUC: 0.95 (Best)</a:t>
            </a:r>
            <a:br/>
            <a:br/>
            <a:r>
              <a:t>✅ XGBoost chosen for highest recall and AUC.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Why Recall?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algn="l"/>
            <a:r>
              <a:t>Our business goal is to identify *all possible cancellations* before they occur.</a:t>
            </a:r>
            <a:br/>
            <a:r>
              <a:t>High Recall ensures fewer missed cancellations → better proactive action.</a:t>
            </a:r>
            <a:br/>
            <a:r>
              <a:t>Thus, Recall is prioritized over Accuracy.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Feature Importance (XGBoost)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Top 6 Features:</a:t>
            </a:r>
          </a:p>
          <a:p>
            <a:pPr/>
            <a:r>
              <a:t>1. avg_vtat</a:t>
            </a:r>
          </a:p>
          <a:p>
            <a:pPr/>
            <a:r>
              <a:t>2. avg_ctat</a:t>
            </a:r>
          </a:p>
          <a:p>
            <a:pPr/>
            <a:r>
              <a:t>3. hour</a:t>
            </a:r>
          </a:p>
          <a:p>
            <a:pPr/>
            <a:r>
              <a:t>4. month</a:t>
            </a:r>
          </a:p>
          <a:p>
            <a:pPr/>
            <a:r>
              <a:t>5. weekday</a:t>
            </a:r>
          </a:p>
          <a:p>
            <a:pPr/>
            <a:r>
              <a:t>6. is_peak_hour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🔍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• High VTAT → Higher cancellations</a:t>
            </a:r>
          </a:p>
          <a:p>
            <a:pPr/>
            <a:r>
              <a:t>• Users likely cancel if vehicle arrival time is long</a:t>
            </a:r>
          </a:p>
          <a:p>
            <a:pPr/>
            <a:r>
              <a:t>• Peak hours see high cancellation volume</a:t>
            </a:r>
          </a:p>
          <a:p>
            <a:pPr/>
            <a:r>
              <a:t>• Weekdays show different booking behavior than weekends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💡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1. Driver rebalancing in high-VTAT zones</a:t>
            </a:r>
          </a:p>
          <a:p>
            <a:pPr/>
            <a:r>
              <a:t>2. Dynamic dispatching to minimize arrival time</a:t>
            </a:r>
          </a:p>
          <a:p>
            <a:pPr/>
            <a:r>
              <a:t>3. Customer alerts for high-risk bookings</a:t>
            </a:r>
          </a:p>
          <a:p>
            <a:pPr/>
            <a:r>
              <a:t>4. Continuous monitoring of VTAT trends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• Calculate pickup–drop distance</a:t>
            </a:r>
          </a:p>
          <a:p>
            <a:pPr/>
            <a:r>
              <a:t>• Integrate real-time traffic and weather data</a:t>
            </a:r>
          </a:p>
          <a:p>
            <a:pPr/>
            <a:r>
              <a:t>• Include special event information</a:t>
            </a:r>
          </a:p>
          <a:p>
            <a:pPr/>
            <a:r>
              <a:t>• Build live dashboard for cancellation monitoring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📘 Final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algn="l"/>
            <a:r>
              <a:t>XGBoost with recall-focused optimization is the best predictive model for ride cancellations.</a:t>
            </a:r>
            <a:br/>
            <a:r>
              <a:t>It helps Uber proactively manage driver allocation, reduce cancellations, and improve efficiency.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